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AD3"/>
    <a:srgbClr val="B9CDE5"/>
    <a:srgbClr val="8EB4E3"/>
    <a:srgbClr val="FFD5D5"/>
    <a:srgbClr val="FFB7B7"/>
    <a:srgbClr val="F2E26E"/>
    <a:srgbClr val="EBD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619" autoAdjust="0"/>
  </p:normalViewPr>
  <p:slideViewPr>
    <p:cSldViewPr>
      <p:cViewPr varScale="1">
        <p:scale>
          <a:sx n="91" d="100"/>
          <a:sy n="91" d="100"/>
        </p:scale>
        <p:origin x="-33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3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524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775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946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37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00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759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30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42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34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02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3800E-6FEB-461E-8E9B-CE14744A57F5}" type="datetimeFigureOut">
              <a:rPr lang="en-GB" smtClean="0"/>
              <a:t>11/11/2013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C880-05F9-4660-B126-092A0F7E474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64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79512" y="164563"/>
            <a:ext cx="1440160" cy="6480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/>
              <a:t>Barometer</a:t>
            </a:r>
          </a:p>
          <a:p>
            <a:r>
              <a:rPr lang="fr-FR" sz="1600" dirty="0" smtClean="0"/>
              <a:t>BMP085</a:t>
            </a:r>
            <a:endParaRPr lang="en-GB" sz="1600" dirty="0"/>
          </a:p>
        </p:txBody>
      </p:sp>
      <p:sp>
        <p:nvSpPr>
          <p:cNvPr id="56" name="Rectangle 55"/>
          <p:cNvSpPr/>
          <p:nvPr/>
        </p:nvSpPr>
        <p:spPr>
          <a:xfrm>
            <a:off x="2051721" y="129682"/>
            <a:ext cx="4104456" cy="50660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2000" b="1" dirty="0" err="1" smtClean="0">
                <a:solidFill>
                  <a:schemeClr val="tx1"/>
                </a:solidFill>
              </a:rPr>
              <a:t>Raspbian</a:t>
            </a:r>
            <a:r>
              <a:rPr lang="fr-FR" sz="20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fr-FR" sz="1600" dirty="0" smtClean="0">
                <a:solidFill>
                  <a:schemeClr val="tx1"/>
                </a:solidFill>
              </a:rPr>
              <a:t>Java 7 Oracle </a:t>
            </a:r>
            <a:r>
              <a:rPr lang="fr-FR" sz="1600" dirty="0">
                <a:solidFill>
                  <a:schemeClr val="tx1"/>
                </a:solidFill>
              </a:rPr>
              <a:t>JVM</a:t>
            </a:r>
          </a:p>
          <a:p>
            <a:endParaRPr lang="fr-FR" sz="2000" b="1" dirty="0" smtClean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554336" y="2770224"/>
            <a:ext cx="4187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1400" b="1" dirty="0" smtClean="0">
                <a:solidFill>
                  <a:prstClr val="black"/>
                </a:solidFill>
              </a:rPr>
              <a:t>I2C</a:t>
            </a:r>
            <a:endParaRPr lang="en-GB" sz="1400" b="1" dirty="0">
              <a:solidFill>
                <a:prstClr val="black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29136" y="244851"/>
            <a:ext cx="1584176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smtClean="0"/>
              <a:t>PI4J </a:t>
            </a:r>
            <a:r>
              <a:rPr lang="en-US" sz="2000" b="1" dirty="0" smtClean="0"/>
              <a:t>library</a:t>
            </a:r>
          </a:p>
          <a:p>
            <a:endParaRPr lang="fr-FR" dirty="0" smtClean="0"/>
          </a:p>
        </p:txBody>
      </p:sp>
      <p:sp>
        <p:nvSpPr>
          <p:cNvPr id="44" name="Rectangle 43"/>
          <p:cNvSpPr/>
          <p:nvPr/>
        </p:nvSpPr>
        <p:spPr>
          <a:xfrm>
            <a:off x="7136165" y="3367153"/>
            <a:ext cx="1731531" cy="1828580"/>
          </a:xfrm>
          <a:prstGeom prst="rect">
            <a:avLst/>
          </a:prstGeom>
          <a:solidFill>
            <a:srgbClr val="F2E26E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smtClean="0">
                <a:solidFill>
                  <a:schemeClr val="tx1"/>
                </a:solidFill>
              </a:rPr>
              <a:t>Web Page</a:t>
            </a:r>
          </a:p>
          <a:p>
            <a:r>
              <a:rPr lang="fr-FR" sz="1600" dirty="0" smtClean="0">
                <a:solidFill>
                  <a:schemeClr val="tx1"/>
                </a:solidFill>
              </a:rPr>
              <a:t>Google </a:t>
            </a:r>
            <a:r>
              <a:rPr lang="fr-FR" sz="1600" dirty="0" err="1" smtClean="0">
                <a:solidFill>
                  <a:schemeClr val="tx1"/>
                </a:solidFill>
              </a:rPr>
              <a:t>Chart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47907" y="4461198"/>
            <a:ext cx="788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1400" b="1" dirty="0" smtClean="0">
                <a:solidFill>
                  <a:prstClr val="black"/>
                </a:solidFill>
              </a:rPr>
              <a:t>Internet</a:t>
            </a:r>
          </a:p>
          <a:p>
            <a:pPr lvl="0"/>
            <a:r>
              <a:rPr lang="fr-FR" sz="1400" b="1" dirty="0" smtClean="0">
                <a:solidFill>
                  <a:prstClr val="black"/>
                </a:solidFill>
              </a:rPr>
              <a:t>(FTP)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67744" y="1028511"/>
            <a:ext cx="3744416" cy="3984665"/>
          </a:xfrm>
          <a:prstGeom prst="rect">
            <a:avLst/>
          </a:prstGeom>
          <a:solidFill>
            <a:srgbClr val="89AAD3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err="1" smtClean="0">
                <a:solidFill>
                  <a:schemeClr val="tx1"/>
                </a:solidFill>
              </a:rPr>
              <a:t>Pilogger</a:t>
            </a:r>
            <a:r>
              <a:rPr lang="fr-FR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11760" y="1595333"/>
            <a:ext cx="3456384" cy="3201819"/>
          </a:xfrm>
          <a:prstGeom prst="rect">
            <a:avLst/>
          </a:prstGeom>
          <a:solidFill>
            <a:srgbClr val="89AAD3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smtClean="0">
                <a:solidFill>
                  <a:schemeClr val="tx1"/>
                </a:solidFill>
              </a:rPr>
              <a:t>Probe Manager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97505" y="2382758"/>
            <a:ext cx="2006543" cy="2195938"/>
          </a:xfrm>
          <a:prstGeom prst="rect">
            <a:avLst/>
          </a:prstGeom>
          <a:solidFill>
            <a:srgbClr val="89AAD3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b="1" dirty="0" smtClean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812644" y="2230358"/>
            <a:ext cx="2006543" cy="2206754"/>
          </a:xfrm>
          <a:prstGeom prst="rect">
            <a:avLst/>
          </a:prstGeom>
          <a:solidFill>
            <a:srgbClr val="89AA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000" b="1" dirty="0" smtClean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27784" y="2060847"/>
            <a:ext cx="2006543" cy="2177661"/>
          </a:xfrm>
          <a:prstGeom prst="rect">
            <a:avLst/>
          </a:prstGeom>
          <a:solidFill>
            <a:srgbClr val="8EB4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smtClean="0">
                <a:solidFill>
                  <a:schemeClr val="tx1"/>
                </a:solidFill>
              </a:rPr>
              <a:t>Abstract Probe </a:t>
            </a:r>
            <a:r>
              <a:rPr lang="en-US" sz="2000" b="1" dirty="0" smtClean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33989" y="3431443"/>
            <a:ext cx="2006543" cy="465926"/>
          </a:xfrm>
          <a:prstGeom prst="rect">
            <a:avLst/>
          </a:prstGeom>
          <a:solidFill>
            <a:srgbClr val="8EB4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err="1" smtClean="0">
                <a:solidFill>
                  <a:schemeClr val="tx1"/>
                </a:solidFill>
              </a:rPr>
              <a:t>DataChannel</a:t>
            </a:r>
            <a:endParaRPr lang="en-US" sz="2000" b="1" dirty="0" smtClean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33989" y="2855379"/>
            <a:ext cx="2006543" cy="465926"/>
          </a:xfrm>
          <a:prstGeom prst="rect">
            <a:avLst/>
          </a:prstGeom>
          <a:solidFill>
            <a:srgbClr val="8EB4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b="1" dirty="0" err="1" smtClean="0">
                <a:solidFill>
                  <a:schemeClr val="tx1"/>
                </a:solidFill>
              </a:rPr>
              <a:t>DataChannel</a:t>
            </a:r>
            <a:endParaRPr lang="en-US" sz="2000" b="1" dirty="0" smtClean="0">
              <a:solidFill>
                <a:schemeClr val="tx1"/>
              </a:solidFill>
            </a:endParaRPr>
          </a:p>
        </p:txBody>
      </p:sp>
      <p:cxnSp>
        <p:nvCxnSpPr>
          <p:cNvPr id="9" name="Elbow Connector 8"/>
          <p:cNvCxnSpPr>
            <a:stCxn id="55" idx="2"/>
            <a:endCxn id="53" idx="1"/>
          </p:cNvCxnSpPr>
          <p:nvPr/>
        </p:nvCxnSpPr>
        <p:spPr>
          <a:xfrm rot="16200000" flipH="1">
            <a:off x="595167" y="1117061"/>
            <a:ext cx="2337042" cy="1728192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136166" y="164564"/>
            <a:ext cx="1731531" cy="1430770"/>
          </a:xfrm>
          <a:prstGeom prst="rect">
            <a:avLst/>
          </a:prstGeom>
          <a:solidFill>
            <a:srgbClr val="89AA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Graphical</a:t>
            </a:r>
            <a:r>
              <a:rPr lang="fr-FR" sz="2000" b="1" dirty="0" smtClean="0">
                <a:solidFill>
                  <a:schemeClr val="tx1"/>
                </a:solidFill>
              </a:rPr>
              <a:t> user </a:t>
            </a:r>
            <a:r>
              <a:rPr lang="en-US" sz="2000" b="1" dirty="0" smtClean="0">
                <a:solidFill>
                  <a:schemeClr val="tx1"/>
                </a:solidFill>
              </a:rPr>
              <a:t>interface</a:t>
            </a:r>
          </a:p>
          <a:p>
            <a:endParaRPr lang="fr-FR" sz="2000" b="1" dirty="0" smtClean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26" name="Elbow Connector 25"/>
          <p:cNvCxnSpPr>
            <a:stCxn id="63" idx="3"/>
            <a:endCxn id="65" idx="1"/>
          </p:cNvCxnSpPr>
          <p:nvPr/>
        </p:nvCxnSpPr>
        <p:spPr>
          <a:xfrm flipV="1">
            <a:off x="5640532" y="879949"/>
            <a:ext cx="1495634" cy="2208393"/>
          </a:xfrm>
          <a:prstGeom prst="bentConnector3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61" idx="3"/>
            <a:endCxn id="44" idx="1"/>
          </p:cNvCxnSpPr>
          <p:nvPr/>
        </p:nvCxnSpPr>
        <p:spPr>
          <a:xfrm>
            <a:off x="5640532" y="3664406"/>
            <a:ext cx="1495633" cy="617037"/>
          </a:xfrm>
          <a:prstGeom prst="bentConnector3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5400000">
            <a:off x="5792616" y="3062320"/>
            <a:ext cx="1197819" cy="635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136166" y="1844825"/>
            <a:ext cx="1731531" cy="12435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2000" b="1" dirty="0" smtClean="0">
                <a:solidFill>
                  <a:schemeClr val="tx1"/>
                </a:solidFill>
              </a:rPr>
              <a:t>Log file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SD </a:t>
            </a:r>
            <a:r>
              <a:rPr lang="fr-FR" sz="2000" dirty="0" err="1" smtClean="0">
                <a:solidFill>
                  <a:schemeClr val="tx1"/>
                </a:solidFill>
              </a:rPr>
              <a:t>card</a:t>
            </a:r>
            <a:endParaRPr lang="en-US" sz="2000" dirty="0" smtClean="0">
              <a:solidFill>
                <a:schemeClr val="tx1"/>
              </a:solidFill>
            </a:endParaRPr>
          </a:p>
          <a:p>
            <a:endParaRPr lang="fr-FR" sz="2000" b="1" dirty="0" smtClean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cxnSp>
        <p:nvCxnSpPr>
          <p:cNvPr id="91" name="Elbow Connector 90"/>
          <p:cNvCxnSpPr>
            <a:stCxn id="87" idx="1"/>
          </p:cNvCxnSpPr>
          <p:nvPr/>
        </p:nvCxnSpPr>
        <p:spPr>
          <a:xfrm rot="10800000" flipV="1">
            <a:off x="6394702" y="2466583"/>
            <a:ext cx="741465" cy="1"/>
          </a:xfrm>
          <a:prstGeom prst="bentConnector3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2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34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CERN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Pierre Freyermuth</dc:creator>
  <cp:lastModifiedBy>Pierre Freyermuth</cp:lastModifiedBy>
  <cp:revision>25</cp:revision>
  <dcterms:created xsi:type="dcterms:W3CDTF">2013-09-25T11:16:03Z</dcterms:created>
  <dcterms:modified xsi:type="dcterms:W3CDTF">2013-11-11T12:49:20Z</dcterms:modified>
</cp:coreProperties>
</file>